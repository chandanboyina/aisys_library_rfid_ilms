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AISYS RFID-enabled Integrated Library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Candidate Technical Evaluation Build v2.0.0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Realistic staff ILMS workflows + RFID middleware + migration + security + offline operations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Candidate: Naga Sai Chandan Boyina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09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Why this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The goal is an operational ILMS prototype, not a generic analytics dashboard.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The staff workflow is organized around cataloguing, circulation, members, acquisitions, RFID, inventory, security and administration.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Unavailable physical devices and institutional transports are isolated behind adapter interfaces and working mocks.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Every important transaction is traceable through database records and audit events.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Real vs mocked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REAL: web ILMS, cataloguing, circulation rules, member/fine rules, migration logic, audit, reports, RBAC, configuration and database persistence.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MOCKED: RFID reader/handheld hardware, gate antenna, CCTV camera, smart-card reader, notification providers and institutional ILMS transport.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No NCIP/SIP2/ISO/OEM certification is claimed.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User layer → staff console, OPAC, dashboard, reports, administration.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Application layer → catalog, members, circulation, migration, inventory, notifications.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RFID middleware → device-neutral reader/handheld/gate/smart-card contracts.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Interoperability → NCIP2/SIP2 adapter boundary.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Data → SQLAlchemy models, audit log, migration staging, backup/restore.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Operations → Windows launcher, Docker/PostgreSQL option, offline helpers.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Technology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Python 3.11 + FastAPI + SQLAlchemy 2 + Pydantic 2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SQLite default for simple offline evaluation; PostgreSQL-ready Docker deployment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JWT + bcrypt + RBAC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OpenPyXL spreadsheet migration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Browser UI without external CDN dependency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Pytest + GitHub Actions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ILMS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Dashboard / live monitor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Cataloguing &amp; Search + public OPAC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Circulation Desk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Members &amp; Fines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Acquisitions &amp; Serials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RFID Tagging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Handheld Stock Verification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Security Gate &amp; Notifications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Migration Center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Reports &amp; Audit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Administration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AC01 —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Upload CSV/XLSX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Dry-run before import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Reject invalid rows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Detect duplicate accession numbers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Persist row-level status and error reason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Import valid data transactionally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Reconcile source/run/target counts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AC02 — Catalog + RFID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Search or create a bibliographic item.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Validate the record before tagging.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Associate one active RFID tag per item.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Reject duplicate UIDs and second active tags.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Show tag-to-item relationship and last-seen state.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Print a simple accession/item label for demonstration.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AC03 — Circulation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Checkout through NCIP2 mock.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Renew through SIP2 mock.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Check-in through NCIP2 mock.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The same server-side circulation service enforces rules across channels.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Transaction history records protocol/channel and audit activity.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AC04 — Restrictions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Reference-only item → circulation refused.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Blocked member → circulation refused.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Fine above configurable limit → circulation refused.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Fine limit is controlled from Administration rather than hard-coded.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Refusals are server-side and auditable.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AC05 — Handheld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Expected vs observed tag lists support missing-item detection.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FOUND = expected/known tag observed.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MISSING = expected tag not observed.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UNKNOWN = observed tag not associated.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Single-read workflow also supports MISPLACED classification.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Visible confirmation is persisted as an inventory event; the physical beep is a mock boundary.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AC06 — Security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Gate-01 evaluates an RFID passage.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Security bit and circulation state feed the decision.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Unauthorized event records accession number.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CAM-01 is represented through a labelled mock CCTV reference.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Provider-neutral notification is queued for the security desk.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Duplicate/production debounce remains a production hardening item.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AC07 — Smart card +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CARD-ADMIN-01 → admin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CARD-LIB-01 → librarian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CARD-OP-01 → operator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Card identity must match the authenticated staff identity.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Operator cannot call admin configuration; expected HTTP 403.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Role visibility is also reflected in the staff console.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AC08 — Dashboard &amp;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Collection count, members, available/issued items, RFID tags, gate events, notifications and audit events.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Circulation history and audit trail are visible to authorized staff.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RFID, gate and notification logs provide operational traceability.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Dashboard refreshes periodically to behave as a live console.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AC09 — Offline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Windows launcher and Docker deployment assets are included.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Offline bundle notes document isolated installation.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Backup helper protects the local database before controlled changes.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Rollback helper restores a known-good database.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Final submission evidence must be captured locally with network access disabled.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AC10 — Backup / restore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Record baseline business counts.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Create a backup.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Simulate a failed migration/integration change.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Restore the backup.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Verify counts/content after restore.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For PostgreSQL production, use pg_dump/restore and controlled backup retention.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Engineering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JWT authentication + bcrypt password hashing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Role-based endpoint authorization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Input validation and duplicate protection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Audit events for administrative, circulation, RFID, gate and smart-card activity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Pinned dependencies + SBOM/licensing documentation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Synthetic data only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Production backlog: MFA, rate limiting, token revocation, CSP, TLS enforcement and penetration testing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Validation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Run: pytest -q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Run: python scripts/acceptance_demo.py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Run: python -m uvicorn app.main:app --reload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Capture browser evidence for AC01–AC08.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Capture terminal evidence for AC09 and AC10.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Do not present mocked integrations as physical hardware or certification.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Production-readiness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Real institutional ILMS connector and vendor-approved NCIP2/SIP2 testing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Certified RFID reader/handheld/gate integration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Real CCTV and notification providers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Windows Server 2022 target validation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Signed offline update packages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PostgreSQL disaster recovery and retention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Load/soak and penetration testing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Librarian UAT sign-off and staff training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MARC21/authority control, holds and multi-branch features as required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The prototype is intentionally built as an ILMS operations system, not just a dashboard.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Business rules remain server-side and channel-neutral.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External integrations are replaceable adapter boundaries.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The final evaluation should demonstrate AC01–AC10 with evidence and clearly state what is mocked.</a:t>
            </a:r>
          </a:p>
          <a:p>
            <a:pPr>
              <a:spcAft>
                <a:spcPts val="1100"/>
              </a:spcAft>
              <a:defRPr sz="1800">
                <a:solidFill>
                  <a:srgbClr val="1E2A35"/>
                </a:solidFill>
              </a:defRPr>
            </a:pPr>
            <a:r>
              <a:t>Supporting technical document and runnable ZIP accompany this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